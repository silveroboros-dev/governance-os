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nice-edison/mnt/Governance-OS/logo_govos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274320"/>
            <a:ext cx="457200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engine for high-stakes decisions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drafts, kernel confirms.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" y="3337560"/>
            <a:ext cx="2743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pic>
        <p:nvPicPr>
          <p:cNvPr id="7" name="Image 1" descr="/sessions/modest-nice-edison/mnt/Governance-OS/logo_gemini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0" y="3401568"/>
            <a:ext cx="118872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fail only on confirmed breaches. Observations create review tasks.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31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 ·  Developer Tools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Mode  ·  Context Caching  ·  JSON Mode  ·  Gemini-as-Judge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11480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github.com/Silveroboros-dev/Governance-OS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 get paid for decisions, not meetings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teams can’t operationalize AI because outputs aren’t deterministic, auditable, or safely escalated.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bots automate reporting, leaders get paid for defensible decisions under uncertainty. Governance OS turns evidence into assumptions into decisions into an audit trail — in minutes, not meetings.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182880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51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signals,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246888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246888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651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60604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explicitly,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hidden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0" y="246888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24688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6517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66344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commitment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context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629400" y="246888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2468880"/>
            <a:ext cx="182880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517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208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72084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308860" y="3063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4366260" y="3063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6423660" y="3063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meetings.  Defensible by design.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proposes. Kernel verifies. Humans decide.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182880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2011680"/>
            <a:ext cx="54864" cy="219456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063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Email / Report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68880" y="2011680"/>
            <a:ext cx="182880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68880" y="2011680"/>
            <a:ext cx="54864" cy="21945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2860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3063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6060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+ Reasoning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2011680"/>
            <a:ext cx="182880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2011680"/>
            <a:ext cx="54864" cy="21945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2860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3063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006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/ Observation / Conflict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58000" y="2011680"/>
            <a:ext cx="182880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0" y="2011680"/>
            <a:ext cx="54864" cy="21945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28600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063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99516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context. No nudge.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10312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Text 19"/>
          <p:cNvSpPr/>
          <p:nvPr/>
        </p:nvSpPr>
        <p:spPr>
          <a:xfrm>
            <a:off x="429768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649224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Canonicalizer sits between Gemini and the Kernel — a pure function that enforces category semantics, completeness gates, and lookthrough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nice-edison/mnt/Governance-OS/logo_gemin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0" y="274320"/>
            <a:ext cx="137160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657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3: THINKING MODE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extraction is auditable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8229600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 ●  ●   Gemini Thinking Mode -- Treasury Report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Scanning for threshold violations...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36829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CHF 86,400 &lt; covenant CHF 100,000 -&gt; liquidity breach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5511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But: 'unrestricted cash' definition disputed in footnote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73405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covenant_breach needs definition_lock before confirming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304495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 payables 410k, hedge 150k -&gt; EUR 260k unhedged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22783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fx_exposure_breach (clear threshold, no ambiguity)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353872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hold CHF 41,500 = settlement event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372160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cannot be a threshold violation by definition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403250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 5 signals extracted with full reasoning chain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Mode exposes a reviewable rationale summary — auditors can verify why each signal was extracted. Designed for audit review in regulated environments (SOX / MiFID-style expectations).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CANONICALIZER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Two-thirds false alarm prevention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37744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candidates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Gemini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37744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37744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5216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76809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08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1089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(settlements, flags) can never be breaches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511296"/>
            <a:ext cx="76809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112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5112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Lookthrough Gate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5112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signals need fund-level data verification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913632"/>
            <a:ext cx="76809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9136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13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Lock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9136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metrics blocked until definition confirmed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315968"/>
            <a:ext cx="768096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3159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315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Source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43159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must come from authorized documents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curated demo packs (eval suite). Reproducible: make evals — same inputs, same outputs,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 SURFACE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screen. No recommendation. Full context.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2468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Triggered policy + version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715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Contributing signals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0998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Evidence with source spans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4838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Uncertainty highlighted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9164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691640"/>
            <a:ext cx="2468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Options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default selected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715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recommendation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0998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Equal visual weight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4838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Implications shown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69164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691640"/>
            <a:ext cx="246888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Commitment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Rationale required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715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Decided-by attribution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0998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Immutable once committed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34838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Evidence pack generated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creates an immutable audit record + evidence pack — which signals triggered it, which policy applied, who decided, and why.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nice-edison/mnt/Governance-OS/logo_gemin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0" y="274320"/>
            <a:ext cx="137160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657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3: COST + SAFETY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Enterprise-ready from day one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691640"/>
            <a:ext cx="54864" cy="27432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Caching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2377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50–60%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64008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at scale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90% less for cached input tokens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Auto-invalidation on policy changes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Graceful fallback if cache unavailable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1691640"/>
            <a:ext cx="393192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1691640"/>
            <a:ext cx="54864" cy="27432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Eval-Gated Claims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937760" y="2377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546</a:t>
            </a:r>
            <a:endParaRPr lang="en-US" sz="4200" dirty="0"/>
          </a:p>
        </p:txBody>
      </p:sp>
      <p:sp>
        <p:nvSpPr>
          <p:cNvPr id="19" name="Text 14"/>
          <p:cNvSpPr/>
          <p:nvPr/>
        </p:nvSpPr>
        <p:spPr>
          <a:xfrm>
            <a:off x="493776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CI-gated checks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2920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Gemini-as-Judge catches subtle errors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02920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Regex + semantic validation pipeline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2920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 blocks unsupported claims (eval-gated)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outputs use native JSON mode with schema validation. Conflict detection surfaces contradictions between sources for human review.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architecture, not a prototype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4572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+ Thinking Mode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Caching, JSON Mode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Gemini-as-Judge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691640"/>
            <a:ext cx="45720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kernel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Alembic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69164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1691640"/>
            <a:ext cx="45720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surface UI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dark theme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4572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governance data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deduplication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06324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063240"/>
            <a:ext cx="45720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Vendor-agnostic AI access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tool boundary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306324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3063240"/>
            <a:ext cx="45720" cy="1188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+ Cloud SQL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App Hosting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Integration: Any AI agent can query the governance kernel via standard protocol. Read tools always available. Write tools gated through approval queue.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Measured. Reproducible. Auditable.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745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18745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2/3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caught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691640"/>
            <a:ext cx="18745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691640"/>
            <a:ext cx="1874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828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18745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91640"/>
            <a:ext cx="1874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828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(eval)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1691640"/>
            <a:ext cx="18745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691640"/>
            <a:ext cx="187452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828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50-60%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629400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caching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 yourself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evals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411480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canonicalization suite — proves 2/3 false alarm prevention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352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demo-video-auto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4352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full pipeline: extraction → canonicalization → safety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902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connect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459028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any MCP client to the server and query the governance kernel live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that extracts,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 never decides.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651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reads documents, shows its reasoning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kernel validates with zero randomness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decide with full context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31520" y="4114800"/>
            <a:ext cx="2743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pic>
        <p:nvPicPr>
          <p:cNvPr id="11" name="Image 3" descr="/sessions/modest-nice-edison/mnt/Governance-OS/logo_govo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4160520"/>
            <a:ext cx="1828800" cy="914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560320" y="4251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github.com/Silveroboros-dev/Governance-OS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256032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governance-os.web.app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OS — Deterministic Policy Engine with Transparent AI</dc:title>
  <dc:subject>PptxGenJS Presentation</dc:subject>
  <dc:creator>Governance OS</dc:creator>
  <cp:lastModifiedBy>Governance OS</cp:lastModifiedBy>
  <cp:revision>1</cp:revision>
  <dcterms:created xsi:type="dcterms:W3CDTF">2026-02-06T19:20:27Z</dcterms:created>
  <dcterms:modified xsi:type="dcterms:W3CDTF">2026-02-06T19:20:27Z</dcterms:modified>
</cp:coreProperties>
</file>